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03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4572000" cy="4572000"/>
          </a:xfrm>
          <a:prstGeom prst="ellipse">
            <a:avLst/>
          </a:prstGeom>
          <a:solidFill>
            <a:srgbClr val="0E6E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108960"/>
            <a:ext cx="4114800" cy="4114800"/>
          </a:xfrm>
          <a:prstGeom prst="ellipse">
            <a:avLst/>
          </a:prstGeom>
          <a:solidFill>
            <a:srgbClr val="0E6E4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ProLancer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9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Freelancer Marketplace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657600"/>
            <a:ext cx="795528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80390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F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Gautam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F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23ADV3CST0152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380390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F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19-06-2026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F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Advance Computing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ProLancer?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ProLancer is a freelancer marketplace concept — a platform designed to connect skilled freelancers with clients looking to hire talent, similar in spirit to Upwork or Fiverr. The current build is the front-end landing page, establishing the visual identity, navigation structure, and core user journey before backend development begins.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706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832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browse and search for relevant projects and services.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2514600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27706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2152" y="33832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Talent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02152" y="37033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post projects and connect with skilled professionals.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9904" y="2514600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277063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33832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318504" y="37033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success stories, and resources to help users grow.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6576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Gautam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2064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Advance Computing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 is built with pure front-end fundamentals — no frameworks, no JavaScript libraries. A deliberate choice to master the basics before introducing complexity.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712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8328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for navigation, hero section, category grid, guide cards, and footer.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03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816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383280" y="281635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styling, layout (Flexbox/Grid), spacing, color theme, and hover states — no CSS frameworks used.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9359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529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(CDN)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383280" y="352958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 loaded via CDN link for UI icons (search, social, navigation glyphs).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0682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42428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383280" y="424281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favicon icon linked in the &lt;head&gt; for brand identity in the browser tab.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36576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Gautam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12064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Advance Computing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PROGRESS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— Hero Section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98448" y="1207008"/>
            <a:ext cx="6547104" cy="2967731"/>
          </a:xfrm>
          <a:prstGeom prst="roundRect">
            <a:avLst>
              <a:gd name="adj" fmla="val 1849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Screenshot_2026-06-19_090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80160"/>
            <a:ext cx="6400800" cy="2821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84467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· hero headline with search bar · dual CTAs · hero image — built with semantic HTML and custom CSS.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Gautam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2064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Advance Computing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PROGRESS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Categories, Guides &amp; Footer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" y="1088136"/>
            <a:ext cx="5138928" cy="2295082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Screenshot_2026-06-19_0902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5029200" cy="2185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345637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grid + guide cards with hover-highlighted border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60136" y="1535772"/>
            <a:ext cx="3172968" cy="851170"/>
          </a:xfrm>
          <a:prstGeom prst="roundRect">
            <a:avLst>
              <a:gd name="adj" fmla="val 5371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footer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90636"/>
            <a:ext cx="3063240" cy="741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0" y="246009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— 5-column sitemap: Categories, Clients, Freelancers, Business Solutions, Company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6576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Gautam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12064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Advance Computing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4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4572000" cy="4572000"/>
          </a:xfrm>
          <a:prstGeom prst="ellipse">
            <a:avLst/>
          </a:prstGeom>
          <a:solidFill>
            <a:srgbClr val="0E6E4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Build Stands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2971800"/>
          </a:xfrm>
          <a:prstGeom prst="roundRect">
            <a:avLst>
              <a:gd name="adj" fmla="val 2462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019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landing page in HTML + CSS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navbar with brand logo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search bar &amp; CTAs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categories grid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cards with hover states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5-column footer sitemap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CDN + custom favicon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691640"/>
            <a:ext cx="3840480" cy="2971800"/>
          </a:xfrm>
          <a:prstGeom prst="roundRect">
            <a:avLst>
              <a:gd name="adj" fmla="val 2462"/>
            </a:avLst>
          </a:prstGeom>
          <a:solidFill>
            <a:srgbClr val="F2A900">
              <a:alpha val="15000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019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74920" y="2395728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/ Join Now UI page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final touch-ups for this landing page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seller/freelancer page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150" dirty="0">
                <a:solidFill>
                  <a:srgbClr val="FF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page : description for profile creation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150" dirty="0">
                <a:solidFill>
                  <a:srgbClr val="FF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Do’s page : Instructions for the profile and SEO optimization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150" dirty="0">
                <a:solidFill>
                  <a:srgbClr val="FF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Don’ts page : Instructions you need to keep in mind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endParaRPr lang="en-US" sz="1150" dirty="0">
              <a:solidFill>
                <a:srgbClr val="FFF6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6576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Gautam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12064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Advance Computing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428</Words>
  <Application>Microsoft Office PowerPoint</Application>
  <PresentationFormat>On-screen Show (16:9)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ProLancer - Project Presentation</dc:title>
  <dc:subject>PptxGenJS Presentation</dc:subject>
  <dc:creator>Yash Gautam</dc:creator>
  <cp:lastModifiedBy>Yash Mishra</cp:lastModifiedBy>
  <cp:revision>2</cp:revision>
  <dcterms:created xsi:type="dcterms:W3CDTF">2026-06-19T03:48:33Z</dcterms:created>
  <dcterms:modified xsi:type="dcterms:W3CDTF">2026-06-19T04:02:58Z</dcterms:modified>
</cp:coreProperties>
</file>